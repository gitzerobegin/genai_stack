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2390c3e-b397-a9f5-9866-74aecd469602}">
          <p14:sldIdLst>
            <p14:sldId id="256"/>
            <p14:sldId id="257"/>
            <p14:sldId id="258"/>
          </p14:sldIdLst>
        </p14:section>
        <p14:section name="What changed since the popular stack diagram" id="{478231d5-a422-ba7a-6b1d-128eb06b1e6e}">
          <p14:sldIdLst>
            <p14:sldId id="259"/>
            <p14:sldId id="260"/>
            <p14:sldId id="261"/>
          </p14:sldIdLst>
        </p14:section>
        <p14:section name="The architecture" id="{cfe541a7-5ca7-ed38-3bbc-e7ce2c50402b}">
          <p14:sldIdLst>
            <p14:sldId id="262"/>
            <p14:sldId id="263"/>
            <p14:sldId id="264"/>
            <p14:sldId id="265"/>
          </p14:sldIdLst>
        </p14:section>
        <p14:section name="What to select" id="{42c4814c-6832-bb9d-47b1-9a65759983a7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183c93ee-8ba3-3a5f-7d91-763f1952ebe4}">
          <p14:sldIdLst>
            <p14:sldId id="272"/>
            <p14:sldId id="273"/>
            <p14:sldId id="274"/>
            <p14:sldId id="275"/>
          </p14:sldIdLst>
        </p14:section>
        <p14:section name="Delivery" id="{ac32cff2-3d31-5e32-9ef4-cce7854c16c0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e" id="{7eb4a99d-a9c4-cf37-80dd-5da72dd074d8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(L9→L1)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  <c:pt idx="6">
                  <c:v>6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</c:v>
                </c:pt>
                <c:pt idx="1">
                  <c:v>5</c:v>
                </c:pt>
                <c:pt idx="2">
                  <c:v>6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1,255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dataset build (05_Data/products.json, bibliography.xlsx).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I.4.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685800"/>
            <a:ext cx="2651760" cy="72185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868680" cy="8686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457200"/>
            <a:ext cx="1188720" cy="32358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28232"/>
            <a:ext cx="219456" cy="219456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What changed since the popular stack diagram, what a regulated asset manager should select, and what to deliberately not build yet.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1,255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reviewed, and how much had moved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tiles in the popular stack diagram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80 tiles out of date: acquired, renamed, mislabelled or unverifiable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 (80 tiles, 48 controls, 12 additions)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192 high-risk claims (no fabrications found).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change the picture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None of the eight enterprise controls appears in the popular stack diagram.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layers renamed, split or merged; one control plane added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(L8, L7, L6 + L5)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Ingestion envelope · retrieval optimisation (embed + rerank) · derived, entitlement-filtered stores · memory service last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(L2, L1)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In-region model access · vLLM exit route · two-vendor portfolio + small + open-weight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numbers are kept for traceability; names changed where the evidence required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what the evidence did to the nine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inference; promote the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L2 into access, serving, optimisation; gateway becomes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Split: deterministic workflows (default), bounded agent steps,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the stores layer as a governed memory service;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vector databases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L6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Reposition L9 as an evidence plane;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L7 / L6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 Transformers + pgvector (or Elasticsearch where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Keep, remove, add: against the popular stack diagram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Keep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nine-layer spine as a teaching device · vLLM · LangGraph · Docling · pgvector, Qdrant, Milvus, Elasticsearch · Langfuse, LangSmith · MCP and A2A behind a governed gateway · the portfolio model vendors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Remove or demote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Labels that do not exist (Gemma 2.9, QI4) · unverifiable tiles (EthicalAgents, Ragoos) · archived TGI · a router as 'the' access layer · memory as its own infrastructure layer · desktop runtimes in 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Add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traffic gateway · guardrails as policy · privacy service · agent identity and tool governance · configuration of record · FinOps · AI security · governance and evidence store · durable execution · ingestion envelope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(L8–L6)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(Word/PDF), product technical appendix (138 scored products), offline explorer,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Veya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2026-10-09T21:07:06Z</dcterms:created>
  <dcterms:modified xsi:type="dcterms:W3CDTF">2026-10-09T21:07:06Z</dcterms:modified>
</cp:coreProperties>
</file>